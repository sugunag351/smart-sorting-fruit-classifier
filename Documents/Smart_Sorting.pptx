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25B8"/>
    <a:srgbClr val="B903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65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727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312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230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316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25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861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902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055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22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805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049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54615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8239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311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432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5368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741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363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livemag.co.za/real-life/how-to-make-your-zar-go-far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ontiersin.org/articles/10.3389/fpls.2020.00510/full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ontiersin.org/articles/10.3389/frai.2020.00065/full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.archivematica.org/System_Architecture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tae.org/review-crop-phenomics-and-high-throughput-phenotyping-mol-plant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ontiersin.org/articles/10.3389/fpls.2016.01386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1360907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solidFill>
                  <a:srgbClr val="F325B8"/>
                </a:solidFill>
              </a:rPr>
              <a:t>Sorting System of Fruits Using AI &amp;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694DC0-0ADB-658E-5A43-B9DB091078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29166" y="2220687"/>
            <a:ext cx="7078663" cy="34536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solidFill>
                  <a:srgbClr val="F325B8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Importance of fruit sorting in agriculture and food industry</a:t>
            </a:r>
          </a:p>
          <a:p>
            <a:r>
              <a:t>• Challenges in manual sorting:</a:t>
            </a:r>
          </a:p>
          <a:p>
            <a:r>
              <a:t>  ✓ Time-consuming</a:t>
            </a:r>
          </a:p>
          <a:p>
            <a:r>
              <a:t>  ✓ Inconsistency</a:t>
            </a:r>
          </a:p>
          <a:p>
            <a:r>
              <a:t>  ✓ Human error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solidFill>
                  <a:srgbClr val="F325B8"/>
                </a:solidFill>
              </a:rPr>
              <a:t>Need for Automated Fruit Sorting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Increasing demand for quality control</a:t>
            </a:r>
          </a:p>
          <a:p>
            <a:r>
              <a:t>• High efficiency and accuracy</a:t>
            </a:r>
          </a:p>
          <a:p>
            <a:r>
              <a:t>• Reduction in operational costs</a:t>
            </a:r>
          </a:p>
          <a:p>
            <a:r>
              <a:t>• Real-time processing capability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7AF549-F081-F4EC-4C3B-0C7381A189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29167" y="3897086"/>
            <a:ext cx="7307262" cy="23186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solidFill>
                  <a:srgbClr val="F325B8"/>
                </a:solidFill>
              </a:rPr>
              <a:t>Role of AI &amp; ML in Fruit Sorting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• AI &amp; ML for visual inspection and classification</a:t>
            </a:r>
          </a:p>
          <a:p>
            <a:r>
              <a:t>• Computer vision for detecting fruit characteristics</a:t>
            </a:r>
          </a:p>
          <a:p>
            <a:r>
              <a:t>• ML models trained to identify:</a:t>
            </a:r>
          </a:p>
          <a:p>
            <a:r>
              <a:t>  ✓ Size</a:t>
            </a:r>
          </a:p>
          <a:p>
            <a:r>
              <a:t>  ✓ Shape</a:t>
            </a:r>
          </a:p>
          <a:p>
            <a:r>
              <a:t>  ✓ Color</a:t>
            </a:r>
          </a:p>
          <a:p>
            <a:r>
              <a:t>  ✓ Ripeness</a:t>
            </a:r>
          </a:p>
          <a:p>
            <a:r>
              <a:t>  ✓ Defects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746C63-D0B6-49C8-D201-607A1B4EC9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072555" y="2939301"/>
            <a:ext cx="3962587" cy="38207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solidFill>
                  <a:srgbClr val="F325B8"/>
                </a:solidFill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Components:</a:t>
            </a:r>
          </a:p>
          <a:p>
            <a:r>
              <a:t>• Camera / Sensors</a:t>
            </a:r>
          </a:p>
          <a:p>
            <a:r>
              <a:t>• Image Processing Module</a:t>
            </a:r>
          </a:p>
          <a:p>
            <a:r>
              <a:t>• ML Classification Model</a:t>
            </a:r>
          </a:p>
          <a:p>
            <a:r>
              <a:t>• Sorting Mechanism (Robotic arms, conveyors)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0C04C9-B710-B67A-9A29-52051E1197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774373" y="4393041"/>
            <a:ext cx="4419600" cy="24705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solidFill>
                  <a:srgbClr val="F325B8"/>
                </a:solidFill>
              </a:rPr>
              <a:t>Machine Learning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Collection: Fruit images</a:t>
            </a:r>
          </a:p>
          <a:p>
            <a:r>
              <a:t>• Data Preprocessing: Noise removal, resizing</a:t>
            </a:r>
          </a:p>
          <a:p>
            <a:r>
              <a:t>• Model Training: Using CNN (Convolutional Neural Networks)</a:t>
            </a:r>
          </a:p>
          <a:p>
            <a:r>
              <a:t>• Model Evaluation: Accuracy, precision, recall</a:t>
            </a:r>
          </a:p>
          <a:p>
            <a:r>
              <a:t>• Deployment: Real-time sorting in production 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solidFill>
                  <a:srgbClr val="F325B8"/>
                </a:solidFill>
              </a:rP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Techniques: Deep Learning (CNN)</a:t>
            </a:r>
          </a:p>
          <a:p>
            <a:r>
              <a:t>• Image Processing: OpenCV</a:t>
            </a:r>
          </a:p>
          <a:p>
            <a:r>
              <a:t>• ML Frameworks: TensorFlow / PyTorch</a:t>
            </a:r>
          </a:p>
          <a:p>
            <a:r>
              <a:t>• Hardware: High-resolution cameras, microcontrollers, actuators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994B71-D293-C984-A8DE-F9830EC899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709057" y="4264649"/>
            <a:ext cx="5497286" cy="25933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solidFill>
                  <a:srgbClr val="F325B8"/>
                </a:solidFill>
              </a:rPr>
              <a:t>Benefits of AI &amp; ML Based Sorting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High-speed sorting</a:t>
            </a:r>
          </a:p>
          <a:p>
            <a:r>
              <a:t>• Increased accuracy and consistency</a:t>
            </a:r>
          </a:p>
          <a:p>
            <a:r>
              <a:t>• Quality assurance</a:t>
            </a:r>
          </a:p>
          <a:p>
            <a:r>
              <a:t>• Reduced labor costs</a:t>
            </a:r>
          </a:p>
          <a:p>
            <a:r>
              <a:t>• Adaptability to different fruit types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solidFill>
                  <a:srgbClr val="F325B8"/>
                </a:solidFill>
              </a:rPr>
              <a:t>Case Studies /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Apple sorting using color and defect detection</a:t>
            </a:r>
          </a:p>
          <a:p>
            <a:r>
              <a:t>• Tomato ripeness detection using AI</a:t>
            </a:r>
          </a:p>
          <a:p>
            <a:r>
              <a:t>• Sorting of citrus fruits based on size and blemishes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76A7F6-0393-AA70-4AE8-E7FB4BEA17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46677" y="3515924"/>
            <a:ext cx="7409446" cy="29766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solidFill>
                  <a:srgbClr val="F325B8"/>
                </a:solidFill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Integration with IoT for remote monitoring</a:t>
            </a:r>
          </a:p>
          <a:p>
            <a:r>
              <a:t>• AI models for more complex defect detection</a:t>
            </a:r>
          </a:p>
          <a:p>
            <a:r>
              <a:t>• Self-learning models for continuous improvement</a:t>
            </a:r>
          </a:p>
          <a:p>
            <a:r>
              <a:t>• Expansion to other agricultural products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solidFill>
                  <a:srgbClr val="F325B8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AI &amp; ML revolutionizing fruit sorting</a:t>
            </a:r>
          </a:p>
          <a:p>
            <a:r>
              <a:rPr dirty="0"/>
              <a:t>• Improved efficiency, quality, and profitability</a:t>
            </a:r>
          </a:p>
          <a:p>
            <a:r>
              <a:rPr dirty="0"/>
              <a:t>• Promising future for smart agriculture solutions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A75E37-4503-46A4-7497-35D66D255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005062" y="3407386"/>
            <a:ext cx="4994451" cy="2743043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53</TotalTime>
  <Words>317</Words>
  <Application>Microsoft Office PowerPoint</Application>
  <PresentationFormat>On-screen Show (4:3)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Ion</vt:lpstr>
      <vt:lpstr>Sorting System of Fruits Using AI &amp; ML</vt:lpstr>
      <vt:lpstr>Introduction</vt:lpstr>
      <vt:lpstr>Need for Automated Fruit Sorting</vt:lpstr>
      <vt:lpstr>Role of AI &amp; ML in Fruit Sorting</vt:lpstr>
      <vt:lpstr>System Architecture</vt:lpstr>
      <vt:lpstr>Machine Learning Process</vt:lpstr>
      <vt:lpstr>Technologies Used</vt:lpstr>
      <vt:lpstr>Benefits of AI &amp; ML Based Sorting</vt:lpstr>
      <vt:lpstr>Case Studies / Examples</vt:lpstr>
      <vt:lpstr>Future Scope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kammineni supriya</dc:creator>
  <cp:keywords/>
  <dc:description>generated using python-pptx</dc:description>
  <cp:lastModifiedBy>g suguna</cp:lastModifiedBy>
  <cp:revision>3</cp:revision>
  <dcterms:created xsi:type="dcterms:W3CDTF">2013-01-27T09:14:16Z</dcterms:created>
  <dcterms:modified xsi:type="dcterms:W3CDTF">2026-02-20T17:00:34Z</dcterms:modified>
  <cp:category/>
</cp:coreProperties>
</file>